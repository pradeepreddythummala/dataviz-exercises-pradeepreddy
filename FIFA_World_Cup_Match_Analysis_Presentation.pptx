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FIFA World Cup Match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Pradeep Reddy Thummala</a:t>
            </a:r>
          </a:p>
          <a:p>
            <a:r>
              <a:t>Master's in Data Science</a:t>
            </a:r>
          </a:p>
          <a:p>
            <a:r>
              <a:t>University of Europe for Applied Sciences</a:t>
            </a:r>
          </a:p>
          <a:p>
            <a:r>
              <a:t>Data Visualization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FIFA World Cup men's matches (1970–2022)</a:t>
            </a:r>
          </a:p>
          <a:p>
            <a:pPr>
              <a:defRPr sz="2200"/>
            </a:pPr>
            <a:r>
              <a:t>• Build an interactive Streamlit dashboard</a:t>
            </a:r>
          </a:p>
          <a:p>
            <a:pPr>
              <a:defRPr sz="2200"/>
            </a:pPr>
            <a:r>
              <a:t>• Perform exploratory data analysis (EDA)</a:t>
            </a:r>
          </a:p>
          <a:p>
            <a:pPr>
              <a:defRPr sz="2200"/>
            </a:pPr>
            <a:r>
              <a:t>• Visualize key match statistics using Plotly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Dataset: FIFA World Cup Men's Match Dataset (1970–2022)</a:t>
            </a:r>
          </a:p>
          <a:p>
            <a:pPr>
              <a:defRPr sz="2200"/>
            </a:pPr>
            <a:r>
              <a:t>• Cleaned missing values and inspected data quality</a:t>
            </a:r>
          </a:p>
          <a:p>
            <a:pPr>
              <a:defRPr sz="2200"/>
            </a:pPr>
            <a:r>
              <a:t>• Created 'Total Goals' feature</a:t>
            </a:r>
          </a:p>
          <a:p>
            <a:pPr>
              <a:defRPr sz="2200"/>
            </a:pPr>
            <a:r>
              <a:t>• Applied interactive team filter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1–3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Top Teams by Win Percentage</a:t>
            </a:r>
          </a:p>
          <a:p>
            <a:pPr>
              <a:defRPr sz="2200"/>
            </a:pPr>
            <a:r>
              <a:t>2. Average Goals by Tournament</a:t>
            </a:r>
          </a:p>
          <a:p>
            <a:pPr>
              <a:defRPr sz="2200"/>
            </a:pPr>
            <a:r>
              <a:t>3. Possession vs Goals Scored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4–6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4. Goals Distribution by Stage</a:t>
            </a:r>
          </a:p>
          <a:p>
            <a:pPr>
              <a:defRPr sz="2200"/>
            </a:pPr>
            <a:r>
              <a:t>5. Top Teams by Average Shots on Target</a:t>
            </a:r>
          </a:p>
          <a:p>
            <a:pPr>
              <a:defRPr sz="2200"/>
            </a:pPr>
            <a:r>
              <a:t>6. Top Teams by Average Yellow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7–10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7. Highest Scoring Stadiums</a:t>
            </a:r>
          </a:p>
          <a:p>
            <a:pPr>
              <a:defRPr sz="2200"/>
            </a:pPr>
            <a:r>
              <a:t>8. Corners vs Goals</a:t>
            </a:r>
          </a:p>
          <a:p>
            <a:pPr>
              <a:defRPr sz="2200"/>
            </a:pPr>
            <a:r>
              <a:t>9. Average Possession by Team</a:t>
            </a:r>
          </a:p>
          <a:p>
            <a:pPr>
              <a:defRPr sz="2200"/>
            </a:pPr>
            <a:r>
              <a:t>10. 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Interactive team filter</a:t>
            </a:r>
          </a:p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10 interactive Plotly visualizations</a:t>
            </a:r>
          </a:p>
          <a:p>
            <a:pPr>
              <a:defRPr sz="2200"/>
            </a:pPr>
            <a:r>
              <a:t>• Easy exploration of World Cup match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Identified strong-performing teams</a:t>
            </a:r>
          </a:p>
          <a:p>
            <a:pPr>
              <a:defRPr sz="2200"/>
            </a:pPr>
            <a:r>
              <a:t>• Compared scoring trends across tournaments</a:t>
            </a:r>
          </a:p>
          <a:p>
            <a:pPr>
              <a:defRPr sz="2200"/>
            </a:pPr>
            <a:r>
              <a:t>• Explored relationships between possession, shots, corners and goals</a:t>
            </a:r>
          </a:p>
          <a:p>
            <a:pPr>
              <a:defRPr sz="2200"/>
            </a:pPr>
            <a:r>
              <a:t>• Built an interactive dashboard for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